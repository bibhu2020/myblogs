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C4B5FD"/>
                </a:solidFill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System Design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37560"/>
            <a:ext cx="59436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A fully AI-built, AI-operated blogging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1920240" cy="402336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599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NestJS ×4 · Vue 3 · SQLite · Tailwind CSS v4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98848"/>
            <a:ext cx="1920240" cy="402336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354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</a:rPr>
              <a:t>AI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535424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GPT-4o research · DALL-E / FLUX / Gemini · Kokoro TTS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974336"/>
            <a:ext cx="1920240" cy="402336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109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</a:rP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010912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HuggingFace Spaces · Docker · Supervisord · 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449824"/>
            <a:ext cx="1920240" cy="402336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486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</a:rPr>
              <a:t>A/B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86400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Two brand layouts — Editorial Light (A) &amp; Dark Magazine (B)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925312"/>
            <a:ext cx="1920240" cy="402336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618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</a:rPr>
              <a:t>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961888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Bibhu Mishra · Principal Cloud / DevOps Architect · LTIMindtree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7315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B5FD"/>
                </a:solidFill>
              </a:rPr>
              <a:t>What is Meridian?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94A3B8"/>
                </a:solidFill>
              </a:rPr>
              <a:t>meridian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49808"/>
            <a:ext cx="466344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Why It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18872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Bibhu Mishra set out to prove that AI should not just assist developers — it should be the developer. Meridian is that proof: a production-grade blogging platform where every line of application code was written by AI, every post is researched and published by AI, and the platform maintains itself with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084831"/>
            <a:ext cx="4663440" cy="1078992"/>
          </a:xfrm>
          <a:prstGeom prst="rect">
            <a:avLst/>
          </a:prstGeom>
          <a:solidFill>
            <a:srgbClr val="16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396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What Makes It Remarkable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8"/>
            <a:ext cx="4407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Zero human-written application code — 100% Claude AI</a:t>
            </a:r>
          </a:p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2 research-backed posts auto-published every week</a:t>
            </a:r>
          </a:p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Local on-device TTS reads any article aloud (Kokoro AI)</a:t>
            </a:r>
          </a:p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Monthly AI rebranding reflects world events in the UI</a:t>
            </a:r>
          </a:p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AI posts need admin approval before going live (HITL)</a:t>
            </a:r>
          </a:p>
          <a:p>
            <a:pPr>
              <a:spcBef>
                <a:spcPts val="100"/>
              </a:spcBef>
            </a:pPr>
            <a:r>
              <a:rPr sz="819">
                <a:solidFill>
                  <a:srgbClr val="FFFFFF"/>
                </a:solidFill>
              </a:rPr>
              <a:t>✦  MCP API lets any AI agent publish to the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749808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859536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15270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NestJS Microservices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68512" y="749808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859536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5270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Vue 3 SPA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2176272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SQLite Databases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2176272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Agent runs / 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0368" y="3602736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3712463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379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Image AI providers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2" y="3602736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3712463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379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Documented 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368" y="5029200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51389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Layout variants (A/B)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68512" y="5029200"/>
            <a:ext cx="3218688" cy="128016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2" y="51389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</a:rPr>
              <a:t>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Auto-maintenance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</a:rPr>
              <a:t>Platform Features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meridian ·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4980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859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87782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AI-Written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298448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Every line of application code written by Claude AI through a guided development session. No human modified application source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1256" y="74980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859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6" y="87782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Autonomous Publishing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1298448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GPT-4o agent runs every Saturday &amp; Sunday at 3am UTC: discovers trending topics, deep-researches them, writes 1500+ word articles, and publishes with images.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74980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859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87782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Local Text-to-Speech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298448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Kokoro AI model runs on-device (no external API). Any article can be read aloud with chunked pre-fetch, seek slider, and pause/resume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71432" y="74980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859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87782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Monthly AI Rebranding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298448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5-agent pipeline (Ideation → Code → Review → Test → Publish) reskins the UI monthly to reflect world events. Enforces WCAG AA contrast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58444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694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⏸️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71246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Human-in-the-Loop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133087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AI-generated posts are saved as PENDING first. Admin reviews in a dedicated Pending Approval tab before the post goes live.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358444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3694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1336" y="371246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MCP API for External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4133087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Full Model Context Protocol endpoint lets any MCP-compatible AI agent publish, manage, and query blog content programmatically.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358444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4" y="3694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71246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A/B Layout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4133087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Two complete brand identities — Editorial Light (A) and Dark Magazine (B). Randomly assigned once per browser; session-sticky via localStorage.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71432" y="3584448"/>
            <a:ext cx="2834640" cy="2697480"/>
          </a:xfrm>
          <a:prstGeom prst="rect">
            <a:avLst/>
          </a:prstGeom>
          <a:solidFill>
            <a:srgbClr val="1E294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3694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371246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AI-Driven Maintenance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4133087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Monthly maintenance agent audits npm CVEs, ADA/WCAG compliance, SEO meta tags, and open Dependabot PRs — then patches and rebuilds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Service topology &amp; external integrations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Architecture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Browser talks to Vite dev server (port 5173) or Nginx in production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All /api/* traffic proxied to API Gateway :3000 — single public entry point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Gateway holds JWT guards; internal services trust the forwarded Authorization header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Auth :3001, Blog :3002, Media :3003 each own an isolated SQLite database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TTS Service runs Kokoro AI as a Python process on :5500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AI Agent publishes via POST /api/mcp using a dedicated service JWT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5-provider image chain: DALL-E 3/2 → FLUX.1 → Gemini → Unsplash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All services run inside one Docker container managed by Supervisord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GitHub Actions CI/CD: push → sync secrets → force-push to HF Space → rebuild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</a:rPr>
              <a:t>Architecture Deep Dive — Components &amp;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201168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" y="804671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1136" y="749808"/>
            <a:ext cx="64008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95144" y="804671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9504" y="749808"/>
            <a:ext cx="100584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80467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749808"/>
            <a:ext cx="777240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804671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188719"/>
            <a:ext cx="11484864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61872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126187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1261872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4" y="1261872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JWT validation; proxies all routes via ProxyService.forward() and forwardWithFile()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709928"/>
            <a:ext cx="11484864" cy="493776"/>
          </a:xfrm>
          <a:prstGeom prst="rect">
            <a:avLst/>
          </a:prstGeom>
          <a:solidFill>
            <a:srgbClr val="1E2947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78308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Auth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1783080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3001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1783080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auth.db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1783080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Users, bcrypt passwords, JWT sign/validate. Shared secret: myblogs-secret-key-2024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231136"/>
            <a:ext cx="11484864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304288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Blog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30428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3002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2304288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blog.db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2304288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Posts, categories, tags, comments, views. Seeds on empty DB. LIKE full-text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2752344"/>
            <a:ext cx="11484864" cy="493776"/>
          </a:xfrm>
          <a:prstGeom prst="rect">
            <a:avLst/>
          </a:prstGeom>
          <a:solidFill>
            <a:srgbClr val="1E2947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825496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Media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282549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3003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2656" y="2825496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media.db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2825496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Multer upload → GitHub CDN → fallback to local /uploads/. UUID filenames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3273552"/>
            <a:ext cx="11484864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346704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TTS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3346704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5500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2656" y="3346704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6784" y="3346704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Python subprocess. POST /tts { text } → WAV blob. Kokoro AI local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3794760"/>
            <a:ext cx="11484864" cy="493776"/>
          </a:xfrm>
          <a:prstGeom prst="rect">
            <a:avLst/>
          </a:prstGeom>
          <a:solidFill>
            <a:srgbClr val="1E2947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867912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AI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386791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2656" y="3867912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86784" y="3867912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Python (post_agent) + Node (rebranding). Cron-triggered. Publishes via MCP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4315968"/>
            <a:ext cx="11484864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38912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Vue 3 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4389120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5173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62656" y="4389120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784" y="4389120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Composition API, Pinia stores, TipTap editor, TTS player, A/B layouts, Tailwind v4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4837176"/>
            <a:ext cx="11484864" cy="493776"/>
          </a:xfrm>
          <a:prstGeom prst="rect">
            <a:avLst/>
          </a:prstGeom>
          <a:solidFill>
            <a:srgbClr val="1E2947"/>
          </a:solidFill>
          <a:ln w="635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910328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Nginx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4288" y="49103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62656" y="4910328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4" y="4910328"/>
            <a:ext cx="7662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Reverse proxy. Routes /api/* → Gateway, /uploads/* → Media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 — User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1: User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Browser navigates to /admin; Vue Router guard detects no token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Guard redirects to /admin/login (no API call needed)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Registration form POSTs through API Gateway — no JWT required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Gateway forwards to Auth Service :3001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Auth Service bcrypt-hashes the password (10 salt rounds)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Hashed credentials written to auth.db users table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201 Created bubbles back; user prompted to log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2 — User Login &amp; JWT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2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2: User Login &amp; JWT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Credentials POST through Gateway; Auth Service validates with bcrypt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On match, Auth Service signs a JWT (HS256, 24h TTL)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Token stored in localStorage by Pinia auth store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Axios default header set — all subsequent requests carry the token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Browser redirected to /admin/dashboard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Every protected route is gated at the Gateway — internal services re-verify the forwarded header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3 — A/B Layout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3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3: A/B Layout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On first visit, localStorage has no variant — coin-flip assignment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Variant A = Editorial Light; B = Dark Magazine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Result persisted to localStorage so same user always sees same layout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Pinia layout store exposes variant as a reactive ref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Every component uses :class or v-if bindings against layout.variant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Return visits read the stored value — session-sticky by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4 — Browse Home / All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4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4: Browse Home / All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Home &amp; Blog pages trigger two lazy fetches via Pinia blog store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Categories and posts fetched concurrently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Posts paginated (12 per page), sorted by creation date DESC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Pinia caches results — navigating back skips re-fetch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PostCard grid renders in A (light editorial) or B (dark magazine) layout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Category nav, tag chips, and pagination all driven from cached store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5 — Read Individual Blog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5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5: Read Individual Blog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Slug-based lookup — no numeric IDs exposed in URLs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Blog Service increments the view counter on every fetch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Content rendered via v-html; highlight.js syntax-highlights code blocks post-render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Related posts fetched by same category (limit 3) in a follow-up request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Comments fetched separately; only approved comments shown to readers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All three requests resolve before full page paint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6 — Text-to-Speech Playback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6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6: Text-to-Speech Playback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Post content split into ≤500-char semantic chunks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All N chunks dispatched as concurrent fetch requests — pre-fetch pipeline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Playback starts with chunk 0 while later chunks download in background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Kokoro AI is a local on-device model — no external TTS API cost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Seek slider maps fraction → chunk index; cached blobs play immediately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Stop increments a sessionId — all async loops check this and abort cleanly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7 — Search Articles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7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7: Search 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350ms debounce prevents server flood while typing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Blog Service searches title AND content with SQL LIKE operators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Returns up to 50 results, client renders cards with thumbnail and meta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Category filter chips refine without clearing the search query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URL updated via router.replace() — search links are bookmarkable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Sidebar shows matching category counts for easy drill-down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8 — Submit Comment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8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8: Submit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No authentication required — open commenting for all readers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Comments stored immediately with status='pending'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Pending comments are invisible to public readers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Reader sees a 'awaiting approval' confirmation banner instantly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Admin reviews in /admin panel and PATCHes status to 'approved'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Protects from spam without blocking legitimate engagement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9 — Admin Create Blog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9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9: Admin Create Blog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Route /admin/posts/new protected by Vue Router JWT guard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TipTap editor supports rich HTML: headings, blockquote, code, images, links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CodeBlockLowlight provides syntax highlighting for 30+ languages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JWT validated at Gateway before forwarding — unauthorized requests rejected at the edge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Tags use a junction table posts_tags_tags (many-to-many relationship)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On success, browser redirects to post list with a toast notification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10 — Media File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10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10: Media File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File uploaded as multipart/form-data through Gateway forwardWithFile()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Multer saves a UUID-named copy to media-service/uploads/ as a safety copy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Media Service base64-encodes and PUTs to GitHub CDN repo via REST API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GitHub returns a permanent raw.githubusercontent.com CDN URL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URL stored in media.db and returned to the editor for embedding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Graceful fallback: if GitHub returns 403, local /uploads/ path is used instead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11 — AI Agent — Saturday Run (AI Trending)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11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11: AI Agent — Saturday Run (AI Trending)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node-cron fires every Saturday at 3am UTC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TOPIC_MODE=ai_trending → always picks the AI/Technology category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GPT-4o with web_search_preview discovers the week's top AI story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3 parallel research queries add depth: technical analysis, community reactions, future implications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GPT-4o writes a full HTML article (~1500+ words) from combined research context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Image from 5-provider fallback chain (DALL-E 3/2 → FLUX → Gemini → Unsplash)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Post published via MCP REST API using a dedicated agent JWT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12 — AI Agent — Sunday Run (Random Topic)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12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12: AI Agent — Sunday Run (Random Topic)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node-cron fires every Sunday at 3am UTC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TOPIC_MODE=random_general — diversity run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Category randomly chosen from: Technology, Science, History, Travel, Knowledge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Same deep 3-parallel-query research pipeline as Saturday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GPT-4o writes a full article; image generated via fallback chain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Ensures content variety — AI is not the only topic covered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Two runs/week means ~8-9 new posts per month, fully automated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13 — Image Generation Fallback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13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13: Image Generation Fallback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Five-provider fallback ensures an image is almost always found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DALL-E 3 attempted first — highest resolution (1792×1024) and quality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DALL-E 2 fallback if account lacks DALL-E 3 access or quota exceeded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FLUX.1-schnell via HF Inference API — free tier; smart 503 backoff with one retry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Gemini 2.5 Flash image generation as fourth option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Unsplash keyword search as final safety net — returns photo with attribution credit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If all five fail, post is published without a featured image (very rare)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Flow 14 — CI/CD — GitHub to HF Space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14 of 14 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76656"/>
            <a:ext cx="7635240" cy="6053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3568" y="658368"/>
            <a:ext cx="4005072" cy="6053328"/>
          </a:xfrm>
          <a:prstGeom prst="rect">
            <a:avLst/>
          </a:prstGeom>
          <a:solidFill>
            <a:srgbClr val="1E2947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73568" y="658368"/>
            <a:ext cx="4005072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7040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Flow 14: CI/CD — GitHub to HF Space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4" y="1170432"/>
            <a:ext cx="3803904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FFFFFF"/>
                </a:solidFill>
              </a:rPr>
              <a:t>▸  git push to GitHub main triggers GitHub Actions workflow immediately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Action syncs 6 secrets to HF Space: OPENAI, GEMINI, HF_TOKEN, GITHUB, UNSPLASH, SERVER_BASE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Force-pushes code to HuggingFace Space git repository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HF Space detects Dockerfile change and triggers autonomous Docker rebuild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All 4 NestJS services + Vue 3 frontend compiled; Python TTS deps installed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Supervisord starts 8 processes: gateway, auth, blog, media, nginx, tts, 2 agents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FFFFFF"/>
                </a:solidFill>
              </a:rPr>
              <a:t>▸  Total time: ~30s for git push + ~5min for HF Docker rebuild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283464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955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07008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80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NestJS v10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6642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4 independent microservices, TypeScript strict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286000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2359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TypeORM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7432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better-sqlite3; synchronize:true; per-service DB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3364991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34381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Passport JWT + bcrypt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822191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HS256 tokens; 24h expiry; bcrypt rounds=10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4443984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45171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Multer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" y="4901184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UUID file uploads; GitHub CDN with /uploads/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7248" y="749808"/>
            <a:ext cx="283464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8688" y="7955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1207008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1280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Vue 3 + 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16642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Composition API; &lt;script setup&gt;; Vue Router 4; Pinia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27248" y="2286000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2359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Tailwind CSS 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27432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CSS-first config in style.css; @theme {}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64991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4381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TipTap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3822191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StarterKit + CodeBlockLowlight + Image + Link extensions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7248" y="4443984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6976" y="45171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highlight.js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4901184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Post-render syntax highlighting on .post-content pre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749808"/>
            <a:ext cx="2834640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7955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&amp;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1207008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1280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GPT-4o + web_search_preview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16642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Topic discovery; 3-parallel deep research; article writing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2286000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2359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DALL-E 3/2 → FLUX.1 → Gemini → Unsplash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27432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5-provider image fallback 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3364991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34381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Kokoro AI (local)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3056" y="3822191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On-device TTS; WAV output; chunked pre-fetch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53328" y="4443984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3056" y="45171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openai-agents SDK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3056" y="4901184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Multi-agent rebranding pipeline with handoffs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53328" y="5522976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5596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LangGraph 1.2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6" y="5980176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Post agent graph; interrupt_before for HITL approval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9408" y="749808"/>
            <a:ext cx="2834640" cy="40233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0848" y="7955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Infra &amp; DevOps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79408" y="1207008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9136" y="1280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Docker + Supervisord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89136" y="16642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Single container; 8 processes managed by supervisord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9408" y="2286000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9136" y="2359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Nginx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89136" y="27432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Reverse proxy inside Docker; serves frontend assets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79408" y="3364991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89136" y="34381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GitHub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136" y="3822191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CI/CD: push → sync secrets → git push to HF Space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4443984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9136" y="45171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HuggingFace Spaces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89136" y="4901184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Docker runtime; mishrabp-myblogs.hf.space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9408" y="5522976"/>
            <a:ext cx="2834640" cy="1024128"/>
          </a:xfrm>
          <a:prstGeom prst="rect">
            <a:avLst/>
          </a:prstGeom>
          <a:solidFill>
            <a:srgbClr val="1E294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89136" y="5596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</a:rPr>
              <a:t>node-cron + python-cron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89136" y="5980176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Sat+Sun 3am UTC automated post generation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</a:rPr>
              <a:t>Future Improvements — Roadmap Ideation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77240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777240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832103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</a:rPr>
              <a:t>🔍 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1289304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Replace SQL LIKE with dense vector search (sqlite-vec or pgvector). Embed posts at publish time; query by cosine similarity for meaning-based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777240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777240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832103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</a:rPr>
              <a:t>🌐  Multi-Language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289304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Auto-translate every published post to ES, FR, DE, ZH via AI. Serve language versions based on Accept-Language; add navbar language switcher.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777240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777240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832103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7185"/>
                </a:solidFill>
              </a:rPr>
              <a:t>📣  Social Auto-Posting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289304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On publish, AI generates platform-optimised captions and auto-posts to LinkedIn, Twitter/X, and Mastodon. Track social referral traffic back per post.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715768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2715768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2770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🤝  AI Comment Moderation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" y="3227832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Replace manual approve/reject with an AI sentiment + spam classifier. Auto-approve positive comments; auto-reject spam; flag only edge cases for humans.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15768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2715768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2770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📊  Analytics Microservice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227832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Beyond view counts: session duration, scroll depth, and read-completion rates. Lightweight pixel tracker; no third-party dependency; charts in admin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2715768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2715768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770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B5FD"/>
                </a:solidFill>
              </a:rPr>
              <a:t>🗓️  Post Scheduling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27832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Draft posts with a scheduled publish date. AI agent queues multiple posts and drip-publishes them. Calendar view in admin panel shows the upcoming schedule.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4654296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" y="4654296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470915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🗣️  Podcast / Audio Feed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" y="5166360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Convert popular posts to podcast episodes with intro jingles, chapter markers, and an RSS feed compatible with Apple Podcasts and Spotify.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4654296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4654296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8" y="470915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</a:rPr>
              <a:t>🐘  PostgreSQL Migration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5166360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Upgrade from SQLite to PostgreSQL for concurrent writes, connection pooling, pg_trgm fuzzy search, and production-grade reliability. Keep SQLite for dev.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9872" y="4654296"/>
            <a:ext cx="3822191" cy="1828800"/>
          </a:xfrm>
          <a:prstGeom prst="rect">
            <a:avLst/>
          </a:prstGeom>
          <a:solidFill>
            <a:srgbClr val="1E294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4654296"/>
            <a:ext cx="3822191" cy="420624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70915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🖼️  AI Alt-Text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166360"/>
            <a:ext cx="36027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On every image upload, call a vision model to auto-generate descriptive alt text. Stored in media.db; surfaced in the post editor; improves ADA and SEO automatically.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" y="6473952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4A3B8"/>
                </a:solidFill>
              </a:rPr>
              <a:t>★  These are AI-generated improvement ideations — please tune and prioritise as needed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4B5FD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9436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mishrabp-myblogs.hf.space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78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Bibhu Mishra · Principal Cloud / DevOps Architect · LTIMindtree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linkedin.com/in/mishrab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22 slides  ·  14 sequence diagrams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